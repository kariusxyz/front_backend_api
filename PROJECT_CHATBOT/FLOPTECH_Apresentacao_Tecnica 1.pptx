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fjwtYWjX35jC4RaWr8Z3Q0SB/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c600849a5_0_1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c600849a5_0_1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c6303b01b_0_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c6303b01b_0_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c6303b01b_0_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c6303b01b_0_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c6303b01b_0_1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ec6303b01b_0_1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c6303b01b_0_2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c6303b01b_0_2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c6303b01b_0_2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c6303b01b_0_2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c600849a5_0_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c600849a5_0_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c600849a5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ec600849a5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c6303b01b_0_3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ec6303b01b_0_3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c6303b01b_0_4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ec6303b01b_0_4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rgbClr val="FFFFFF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2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2"/>
          <p:cNvSpPr txBox="1"/>
          <p:nvPr>
            <p:ph idx="1"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12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12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2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FFFF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3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bg>
      <p:bgPr>
        <a:solidFill>
          <a:srgbClr val="FFFFF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" name="Google Shape;19;p14"/>
          <p:cNvSpPr txBox="1"/>
          <p:nvPr>
            <p:ph idx="1" type="body"/>
          </p:nvPr>
        </p:nvSpPr>
        <p:spPr>
          <a:xfrm rot="5400000">
            <a:off x="2309040" y="-251640"/>
            <a:ext cx="4525560" cy="822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 rot="5400000">
            <a:off x="4732380" y="2171700"/>
            <a:ext cx="5851080" cy="205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 rot="5400000">
            <a:off x="541440" y="190440"/>
            <a:ext cx="5851080" cy="6019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blank">
  <p:cSld name="BLANK"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2" name="Google Shape;32;p16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3" name="Google Shape;33;p16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7" name="Google Shape;37;p17"/>
          <p:cNvSpPr txBox="1"/>
          <p:nvPr>
            <p:ph idx="1"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8" name="Google Shape;38;p17"/>
          <p:cNvSpPr txBox="1"/>
          <p:nvPr>
            <p:ph idx="2"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9" name="Google Shape;39;p17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0" name="Google Shape;40;p17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1" name="Google Shape;41;p17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bg>
      <p:bgPr>
        <a:solidFill>
          <a:srgbClr val="FFFFFF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8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4" name="Google Shape;44;p18"/>
          <p:cNvSpPr txBox="1"/>
          <p:nvPr>
            <p:ph idx="1"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5" name="Google Shape;45;p18"/>
          <p:cNvSpPr txBox="1"/>
          <p:nvPr>
            <p:ph idx="2"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6" name="Google Shape;46;p18"/>
          <p:cNvSpPr txBox="1"/>
          <p:nvPr>
            <p:ph idx="3"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7" name="Google Shape;47;p18"/>
          <p:cNvSpPr txBox="1"/>
          <p:nvPr>
            <p:ph idx="4"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8" name="Google Shape;48;p18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9" name="Google Shape;49;p18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0" name="Google Shape;50;p18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9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3" name="Google Shape;53;p19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4" name="Google Shape;54;p19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5" name="Google Shape;55;p19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0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" name="Google Shape;58;p20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9" name="Google Shape;59;p20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1"/>
          <p:cNvSpPr txBox="1"/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2" name="Google Shape;62;p21"/>
          <p:cNvSpPr txBox="1"/>
          <p:nvPr>
            <p:ph idx="1"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21"/>
          <p:cNvSpPr txBox="1"/>
          <p:nvPr>
            <p:ph idx="2"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2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2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6" name="Google Shape;66;p2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2"/>
          <p:cNvSpPr txBox="1"/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9" name="Google Shape;69;p22"/>
          <p:cNvSpPr txBox="1"/>
          <p:nvPr>
            <p:ph idx="1"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0" name="Google Shape;70;p22"/>
          <p:cNvSpPr txBox="1"/>
          <p:nvPr>
            <p:ph idx="2"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rive.google.com/file/d/1Cx-Bupc01k__tpSOJG1guvwTnFULKDzy/view" TargetMode="External"/><Relationship Id="rId4" Type="http://schemas.openxmlformats.org/officeDocument/2006/relationships/image" Target="../media/image1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Relationship Id="rId4" Type="http://schemas.openxmlformats.org/officeDocument/2006/relationships/image" Target="../media/image1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jpg"/><Relationship Id="rId4" Type="http://schemas.openxmlformats.org/officeDocument/2006/relationships/image" Target="../media/image21.jpg"/><Relationship Id="rId5" Type="http://schemas.openxmlformats.org/officeDocument/2006/relationships/image" Target="../media/image2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00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"/>
          <p:cNvSpPr txBox="1"/>
          <p:nvPr>
            <p:ph type="title"/>
          </p:nvPr>
        </p:nvSpPr>
        <p:spPr>
          <a:xfrm>
            <a:off x="475350" y="1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FLOPTECH</a:t>
            </a:r>
            <a:endParaRPr b="1" sz="3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"/>
          <p:cNvSpPr txBox="1"/>
          <p:nvPr>
            <p:ph idx="1" type="body"/>
          </p:nvPr>
        </p:nvSpPr>
        <p:spPr>
          <a:xfrm>
            <a:off x="559125" y="103235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Plataforma Web de Comércio Eletrônico com Assistente Virtual Inteligente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Disciplina: Desenvolvimento Web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445025"/>
            <a:ext cx="9143999" cy="341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lang="en-US" sz="3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do Projeto</a:t>
            </a:r>
            <a:endParaRPr b="0" sz="3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 txBox="1"/>
          <p:nvPr>
            <p:ph idx="1" type="body"/>
          </p:nvPr>
        </p:nvSpPr>
        <p:spPr>
          <a:xfrm>
            <a:off x="-165750" y="1189925"/>
            <a:ext cx="9144000" cy="52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Plataforma web para comércio eletrônico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308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Integração com Inteligência Artificial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308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Assistente virtual FLOPBOT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3080" marR="0" rtl="0" algn="l">
              <a:lnSpc>
                <a:spcPct val="100000"/>
              </a:lnSpc>
              <a:spcBef>
                <a:spcPts val="1633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900" y="3337525"/>
            <a:ext cx="7667826" cy="3520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</a:t>
            </a:r>
            <a:r>
              <a:rPr b="0" lang="en-US" sz="3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Utilizadas</a:t>
            </a:r>
            <a:endParaRPr b="0" sz="3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 txBox="1"/>
          <p:nvPr>
            <p:ph idx="1" type="body"/>
          </p:nvPr>
        </p:nvSpPr>
        <p:spPr>
          <a:xfrm>
            <a:off x="457200" y="159444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32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HTML, CSS e JavaScript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32000" marR="0" rtl="0" algn="l">
              <a:spcBef>
                <a:spcPts val="2183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Python e Flask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32000" marR="0" rtl="0" algn="l">
              <a:spcBef>
                <a:spcPts val="2183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Google Gemini API</a:t>
            </a: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32000" marR="0" rtl="0" algn="l">
              <a:spcBef>
                <a:spcPts val="2183"/>
              </a:spcBef>
              <a:spcAft>
                <a:spcPts val="0"/>
              </a:spcAft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1760" y="1620000"/>
            <a:ext cx="3108240" cy="37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lang="en-US" sz="3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Plataforma FLOPTECH</a:t>
            </a:r>
            <a:endParaRPr b="0" sz="3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 txBox="1"/>
          <p:nvPr>
            <p:ph idx="1" type="body"/>
          </p:nvPr>
        </p:nvSpPr>
        <p:spPr>
          <a:xfrm>
            <a:off x="457375" y="1166225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Navegação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308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Produtos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308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Carrinho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308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Informações institucionais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308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3080" marR="0" rtl="0" algn="l">
              <a:lnSpc>
                <a:spcPct val="100000"/>
              </a:lnSpc>
              <a:spcBef>
                <a:spcPts val="1633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25" y="4085700"/>
            <a:ext cx="8855350" cy="277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lang="en-US" sz="3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FLOPBOT </a:t>
            </a:r>
            <a:endParaRPr b="0" sz="3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 txBox="1"/>
          <p:nvPr>
            <p:ph idx="1" type="body"/>
          </p:nvPr>
        </p:nvSpPr>
        <p:spPr>
          <a:xfrm>
            <a:off x="540000" y="16200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Atendimento automatizado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308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Respostas sobre produtos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308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IA integrada à plataforma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308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308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308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3080" marR="0" rtl="0" algn="l">
              <a:lnSpc>
                <a:spcPct val="100000"/>
              </a:lnSpc>
              <a:spcBef>
                <a:spcPts val="1633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8525" y="3765350"/>
            <a:ext cx="4504625" cy="309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c600849a5_0_13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JAVASCRIPT - LÓGICA  (CARRINHO)</a:t>
            </a:r>
            <a:endParaRPr/>
          </a:p>
        </p:txBody>
      </p:sp>
      <p:pic>
        <p:nvPicPr>
          <p:cNvPr id="114" name="Google Shape;114;g3ec600849a5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62" y="1417373"/>
            <a:ext cx="9056875" cy="5381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c6303b01b_0_1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JAVASCRIPT - LÓGICA  (CHATBOT)</a:t>
            </a:r>
            <a:endParaRPr/>
          </a:p>
        </p:txBody>
      </p:sp>
      <p:sp>
        <p:nvSpPr>
          <p:cNvPr id="120" name="Google Shape;120;g3ec6303b01b_0_1"/>
          <p:cNvSpPr txBox="1"/>
          <p:nvPr>
            <p:ph idx="1" type="body"/>
          </p:nvPr>
        </p:nvSpPr>
        <p:spPr>
          <a:xfrm>
            <a:off x="457200" y="1600200"/>
            <a:ext cx="8229300" cy="452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g3ec6303b01b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025" y="1123275"/>
            <a:ext cx="8506475" cy="507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c6303b01b_0_7"/>
          <p:cNvSpPr txBox="1"/>
          <p:nvPr>
            <p:ph idx="1" type="body"/>
          </p:nvPr>
        </p:nvSpPr>
        <p:spPr>
          <a:xfrm>
            <a:off x="457200" y="1600200"/>
            <a:ext cx="8229300" cy="452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ec6303b01b_0_7"/>
          <p:cNvSpPr txBox="1"/>
          <p:nvPr>
            <p:ph type="title"/>
          </p:nvPr>
        </p:nvSpPr>
        <p:spPr>
          <a:xfrm>
            <a:off x="457350" y="5"/>
            <a:ext cx="8229300" cy="114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JAVASCRIPT - LÓGICA  (CHATBOT)</a:t>
            </a:r>
            <a:endParaRPr/>
          </a:p>
        </p:txBody>
      </p:sp>
      <p:pic>
        <p:nvPicPr>
          <p:cNvPr id="128" name="Google Shape;128;g3ec6303b01b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00150"/>
            <a:ext cx="9144001" cy="565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c6303b01b_0_14"/>
          <p:cNvSpPr txBox="1"/>
          <p:nvPr>
            <p:ph type="title"/>
          </p:nvPr>
        </p:nvSpPr>
        <p:spPr>
          <a:xfrm>
            <a:off x="457350" y="416001"/>
            <a:ext cx="8229300" cy="869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JAVASCRIPT - LÓGICA  (CHATBOT)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ec6303b01b_0_14"/>
          <p:cNvSpPr txBox="1"/>
          <p:nvPr>
            <p:ph idx="1" type="body"/>
          </p:nvPr>
        </p:nvSpPr>
        <p:spPr>
          <a:xfrm>
            <a:off x="457350" y="1600200"/>
            <a:ext cx="8457300" cy="4973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g3ec6303b01b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575" y="1350150"/>
            <a:ext cx="8535124" cy="522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3ec6303b01b_0_14" title="WhatsApp Image 2026-06-16 at 16.05.21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7750" y="4010013"/>
            <a:ext cx="2781300" cy="28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c6303b01b_0_26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JAVASCRIPT - LÓGICA  (CHATBOT)</a:t>
            </a:r>
            <a:endParaRPr/>
          </a:p>
        </p:txBody>
      </p:sp>
      <p:sp>
        <p:nvSpPr>
          <p:cNvPr id="142" name="Google Shape;142;g3ec6303b01b_0_26"/>
          <p:cNvSpPr txBox="1"/>
          <p:nvPr>
            <p:ph idx="1" type="body"/>
          </p:nvPr>
        </p:nvSpPr>
        <p:spPr>
          <a:xfrm>
            <a:off x="457200" y="1600200"/>
            <a:ext cx="8229300" cy="452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g3ec6303b01b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25" y="1505050"/>
            <a:ext cx="8816649" cy="257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c6303b01b_0_20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JAVASCRIPT - LÓGICA  (CHATBOT)</a:t>
            </a:r>
            <a:endParaRPr/>
          </a:p>
        </p:txBody>
      </p:sp>
      <p:sp>
        <p:nvSpPr>
          <p:cNvPr id="149" name="Google Shape;149;g3ec6303b01b_0_20"/>
          <p:cNvSpPr txBox="1"/>
          <p:nvPr>
            <p:ph idx="1" type="body"/>
          </p:nvPr>
        </p:nvSpPr>
        <p:spPr>
          <a:xfrm>
            <a:off x="457200" y="1600200"/>
            <a:ext cx="8229300" cy="452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g3ec6303b01b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575" y="2242150"/>
            <a:ext cx="7011200" cy="378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c600849a5_0_6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DE INTRODUÇÃO A BACKEND PYTHON</a:t>
            </a:r>
            <a:endParaRPr/>
          </a:p>
        </p:txBody>
      </p:sp>
      <p:sp>
        <p:nvSpPr>
          <p:cNvPr id="156" name="Google Shape;156;g3ec600849a5_0_6"/>
          <p:cNvSpPr txBox="1"/>
          <p:nvPr>
            <p:ph idx="1" type="body"/>
          </p:nvPr>
        </p:nvSpPr>
        <p:spPr>
          <a:xfrm>
            <a:off x="457200" y="1600200"/>
            <a:ext cx="8229300" cy="5136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https://drive.google.com/file/d/1Cx-Bupc01k__tpSOJG1guvwTnFULKDzy/view?usp=drive_link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g3ec600849a5_0_6" title="WhatsApp Video 2026-06-16 at 14.24.4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025" y="1417375"/>
            <a:ext cx="7487600" cy="427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 txBox="1"/>
          <p:nvPr>
            <p:ph type="title"/>
          </p:nvPr>
        </p:nvSpPr>
        <p:spPr>
          <a:xfrm>
            <a:off x="588250" y="5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lang="en-US" sz="3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FUNCIONA O FLOPBOT </a:t>
            </a:r>
            <a:endParaRPr b="0" sz="3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 txBox="1"/>
          <p:nvPr>
            <p:ph idx="1" type="body"/>
          </p:nvPr>
        </p:nvSpPr>
        <p:spPr>
          <a:xfrm>
            <a:off x="507550" y="1166225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Usuário → JavaScript → Flask → Gemini → Resposta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308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350" y="2192825"/>
            <a:ext cx="9043652" cy="4665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lang="en-US" sz="3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IMPLEMENTAÇÃO </a:t>
            </a:r>
            <a:endParaRPr b="0" sz="3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5125" y="1257150"/>
            <a:ext cx="7528399" cy="150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5125" y="3459950"/>
            <a:ext cx="7543525" cy="158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7"/>
          <p:cNvSpPr txBox="1"/>
          <p:nvPr/>
        </p:nvSpPr>
        <p:spPr>
          <a:xfrm>
            <a:off x="3762000" y="2895720"/>
            <a:ext cx="16200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</a:rPr>
              <a:t>Front-end </a:t>
            </a:r>
            <a:endParaRPr b="1" sz="1000" u="none" strike="noStrike">
              <a:solidFill>
                <a:srgbClr val="000000"/>
              </a:solidFill>
            </a:endParaRPr>
          </a:p>
        </p:txBody>
      </p:sp>
      <p:sp>
        <p:nvSpPr>
          <p:cNvPr id="173" name="Google Shape;173;p7"/>
          <p:cNvSpPr txBox="1"/>
          <p:nvPr/>
        </p:nvSpPr>
        <p:spPr>
          <a:xfrm>
            <a:off x="4018250" y="5593300"/>
            <a:ext cx="9162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u="none" strike="noStrike">
                <a:solidFill>
                  <a:srgbClr val="000000"/>
                </a:solidFill>
              </a:rPr>
              <a:t>Back-end </a:t>
            </a:r>
            <a:endParaRPr b="1" sz="1000" u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lang="en-US" sz="3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CONTROLE DA IA </a:t>
            </a:r>
            <a:endParaRPr b="0" sz="3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 txBox="1"/>
          <p:nvPr>
            <p:ph idx="1" type="body"/>
          </p:nvPr>
        </p:nvSpPr>
        <p:spPr>
          <a:xfrm>
            <a:off x="540000" y="141732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Prompt interno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1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Define comportamento do chatbot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Mantém foco na FLOPTECH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Evita respostas fora do catálogo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c600849a5_0_0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ec600849a5_0_0"/>
          <p:cNvSpPr txBox="1"/>
          <p:nvPr>
            <p:ph idx="1" type="body"/>
          </p:nvPr>
        </p:nvSpPr>
        <p:spPr>
          <a:xfrm>
            <a:off x="457200" y="1600200"/>
            <a:ext cx="8229300" cy="452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g3ec600849a5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74675"/>
            <a:ext cx="6689725" cy="5668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c6303b01b_0_34"/>
          <p:cNvSpPr txBox="1"/>
          <p:nvPr>
            <p:ph type="title"/>
          </p:nvPr>
        </p:nvSpPr>
        <p:spPr>
          <a:xfrm>
            <a:off x="405900" y="5"/>
            <a:ext cx="8229300" cy="114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 - PYTHON</a:t>
            </a:r>
            <a:endParaRPr/>
          </a:p>
        </p:txBody>
      </p:sp>
      <p:sp>
        <p:nvSpPr>
          <p:cNvPr id="192" name="Google Shape;192;g3ec6303b01b_0_34"/>
          <p:cNvSpPr txBox="1"/>
          <p:nvPr>
            <p:ph idx="1" type="body"/>
          </p:nvPr>
        </p:nvSpPr>
        <p:spPr>
          <a:xfrm>
            <a:off x="457200" y="1600200"/>
            <a:ext cx="8229300" cy="452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3" name="Google Shape;193;g3ec6303b01b_0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325" y="1946175"/>
            <a:ext cx="8889050" cy="35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c6303b01b_0_41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 - PYTHON</a:t>
            </a:r>
            <a:endParaRPr/>
          </a:p>
        </p:txBody>
      </p:sp>
      <p:sp>
        <p:nvSpPr>
          <p:cNvPr id="199" name="Google Shape;199;g3ec6303b01b_0_41"/>
          <p:cNvSpPr txBox="1"/>
          <p:nvPr>
            <p:ph idx="1" type="body"/>
          </p:nvPr>
        </p:nvSpPr>
        <p:spPr>
          <a:xfrm>
            <a:off x="457200" y="1600200"/>
            <a:ext cx="8229300" cy="452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g3ec6303b01b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600200"/>
            <a:ext cx="8229300" cy="457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lang="en-US" sz="3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TESTES E RESULTADOS </a:t>
            </a:r>
            <a:endParaRPr b="0" sz="3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 txBox="1"/>
          <p:nvPr>
            <p:ph idx="1" type="body"/>
          </p:nvPr>
        </p:nvSpPr>
        <p:spPr>
          <a:xfrm>
            <a:off x="360000" y="151128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Comunicação validada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308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Respostas testadas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308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Funcionamento aprovado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308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000" y="3824650"/>
            <a:ext cx="3103825" cy="30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7925" y="3960000"/>
            <a:ext cx="2904500" cy="289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22425" y="3960000"/>
            <a:ext cx="2621575" cy="289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lang="en-US" sz="3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Conclusão</a:t>
            </a:r>
            <a:endParaRPr b="0" sz="3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 txBox="1"/>
          <p:nvPr>
            <p:ph idx="1"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Aplicação dos conteúdos do semestre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Integração entre Web e Inteligência Artificial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Desenvolvimento de uma solução funcional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